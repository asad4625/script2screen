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6"/>
  </p:notesMasterIdLst>
  <p:handoutMasterIdLst>
    <p:handoutMasterId r:id="rId17"/>
  </p:handoutMasterIdLst>
  <p:sldIdLst>
    <p:sldId id="410" r:id="rId5"/>
    <p:sldId id="383" r:id="rId6"/>
    <p:sldId id="391" r:id="rId7"/>
    <p:sldId id="411" r:id="rId8"/>
    <p:sldId id="412" r:id="rId9"/>
    <p:sldId id="408" r:id="rId10"/>
    <p:sldId id="413" r:id="rId11"/>
    <p:sldId id="406" r:id="rId12"/>
    <p:sldId id="404" r:id="rId13"/>
    <p:sldId id="414" r:id="rId14"/>
    <p:sldId id="39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431ABE-C27A-4136-ADA8-D0BAAE0D9925}" v="183" dt="2025-11-23T18:34:00.351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98" autoAdjust="0"/>
    <p:restoredTop sz="96327" autoAdjust="0"/>
  </p:normalViewPr>
  <p:slideViewPr>
    <p:cSldViewPr snapToGrid="0">
      <p:cViewPr>
        <p:scale>
          <a:sx n="100" d="100"/>
          <a:sy n="100" d="100"/>
        </p:scale>
        <p:origin x="-154" y="-4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AE927-4EBB-7957-9B23-0401DCB72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A32A1-8FEF-B256-C8F4-832D405B0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EAF6E-510F-BAF5-C15D-AE50EC02B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80C0C-670C-C39F-63F6-05F2E40EC5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036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EFFDC-540C-1EA3-070F-F248BDE80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C7CAF-1A96-F8F1-3071-F46A9F49F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FB58FA-A825-5A7E-9471-68F20ED6A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23141-4315-A740-A5BA-BFBEF9696A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257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C467F-A210-CEE4-0B95-5D9581718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44E32B-679F-F3EA-38D1-167013954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CFC03-B398-95E4-1301-884BA5ACB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0BA2E-C7BB-38A2-D76D-A38529239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057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EC2B3-2B9F-6033-4E37-6FC72583A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026B10-1681-C97F-EBDF-9D953384F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70BDF-784F-3531-9F36-4026E4E6B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7C75A-42E5-0ECE-4C34-062BC2D274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5650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Script2Screen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9CB4A0-C4E7-17F8-FBC9-7E3EE5DDA2EE}"/>
              </a:ext>
            </a:extLst>
          </p:cNvPr>
          <p:cNvSpPr txBox="1">
            <a:spLocks/>
          </p:cNvSpPr>
          <p:nvPr/>
        </p:nvSpPr>
        <p:spPr>
          <a:xfrm>
            <a:off x="7244899" y="3426527"/>
            <a:ext cx="5486400" cy="140002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400" b="0" dirty="0">
                <a:ea typeface="+mj-lt"/>
                <a:cs typeface="+mj-lt"/>
              </a:rPr>
              <a:t>Automating explainer video creation with AI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Group Members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vert="horz" lIns="0" tIns="457200" rIns="0" bIns="0" rtlCol="0" anchor="t">
            <a:normAutofit/>
          </a:bodyPr>
          <a:lstStyle/>
          <a:p>
            <a:pPr marL="283210" indent="-283210"/>
            <a:r>
              <a:rPr lang="en-US"/>
              <a:t>Asad Naseer Awan</a:t>
            </a:r>
          </a:p>
          <a:p>
            <a:pPr marL="283210" indent="-283210"/>
            <a:r>
              <a:rPr lang="en-US">
                <a:ea typeface="+mn-lt"/>
                <a:cs typeface="+mn-lt"/>
              </a:rPr>
              <a:t>Malik Muhammad Aman</a:t>
            </a:r>
          </a:p>
          <a:p>
            <a:pPr marL="283210" indent="-283210"/>
            <a:r>
              <a:rPr lang="en-US">
                <a:ea typeface="+mn-lt"/>
                <a:cs typeface="+mn-lt"/>
              </a:rPr>
              <a:t>Muhammad Moosa</a:t>
            </a:r>
            <a:endParaRPr lang="en-US" dirty="0"/>
          </a:p>
          <a:p>
            <a:pPr marL="283210" indent="-283210"/>
            <a:r>
              <a:rPr lang="en-US">
                <a:ea typeface="+mn-lt"/>
                <a:cs typeface="+mn-lt"/>
              </a:rPr>
              <a:t>Ramesh Kumar</a:t>
            </a:r>
            <a:endParaRPr lang="en-US" dirty="0"/>
          </a:p>
          <a:p>
            <a:pPr marL="283210" indent="-283210"/>
            <a:r>
              <a:rPr lang="en-US">
                <a:ea typeface="+mn-lt"/>
                <a:cs typeface="+mn-lt"/>
              </a:rPr>
              <a:t>Rafia Banu</a:t>
            </a:r>
            <a:endParaRPr lang="en-US" dirty="0"/>
          </a:p>
          <a:p>
            <a:pPr marL="283210" indent="-283210"/>
            <a:r>
              <a:rPr lang="en-US">
                <a:ea typeface="+mn-lt"/>
                <a:cs typeface="+mn-lt"/>
              </a:rPr>
              <a:t>Ali Abbas</a:t>
            </a:r>
            <a:endParaRPr lang="en-US" dirty="0"/>
          </a:p>
          <a:p>
            <a:pPr marL="283210" indent="-283210"/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C51B3B-E7C8-57F6-6FFC-10A12FCC9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837" y="3612549"/>
            <a:ext cx="5514975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Problem Statement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 vert="horz" lIns="0" tIns="228600" rIns="0" bIns="0" rtlCol="0" anchor="t">
            <a:normAutofit/>
          </a:bodyPr>
          <a:lstStyle/>
          <a:p>
            <a:pPr marL="283210" indent="-283210"/>
            <a:r>
              <a:rPr lang="en-US" dirty="0">
                <a:ea typeface="+mn-lt"/>
                <a:cs typeface="+mn-lt"/>
              </a:rPr>
              <a:t>Manual video creation is time‑consuming</a:t>
            </a:r>
            <a:endParaRPr lang="en-US" dirty="0"/>
          </a:p>
          <a:p>
            <a:pPr marL="283210" indent="-283210"/>
            <a:r>
              <a:rPr lang="en-US" dirty="0">
                <a:ea typeface="+mn-lt"/>
                <a:cs typeface="+mn-lt"/>
              </a:rPr>
              <a:t>Requires script writing, voice recording, slide design, editing</a:t>
            </a:r>
            <a:endParaRPr lang="en-US" dirty="0"/>
          </a:p>
          <a:p>
            <a:pPr marL="283210" indent="-283210"/>
            <a:r>
              <a:rPr lang="en-US" dirty="0">
                <a:ea typeface="+mn-lt"/>
                <a:cs typeface="+mn-lt"/>
              </a:rPr>
              <a:t>Difficult to scale for multiple topics</a:t>
            </a:r>
            <a:endParaRPr lang="en-US" dirty="0"/>
          </a:p>
          <a:p>
            <a:pPr marL="283210" indent="-283210"/>
            <a:r>
              <a:rPr lang="en-US" dirty="0">
                <a:ea typeface="+mn-lt"/>
                <a:cs typeface="+mn-lt"/>
              </a:rPr>
              <a:t>Need: </a:t>
            </a:r>
            <a:r>
              <a:rPr lang="en-US" i="1" dirty="0">
                <a:ea typeface="+mn-lt"/>
                <a:cs typeface="+mn-lt"/>
              </a:rPr>
              <a:t>Automated pipeline from structured data → finished video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B17F7-69BF-F287-B54D-643D501EB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1896FD-23B2-6DDF-C3CC-81FD75066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Solution Overview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A71F773-D30F-FE43-AEE0-0F90728028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 vert="horz" lIns="0" tIns="228600" rIns="0" bIns="0" rtlCol="0" anchor="t">
            <a:normAutofit/>
          </a:bodyPr>
          <a:lstStyle/>
          <a:p>
            <a:pPr marL="283210" indent="-283210"/>
            <a:r>
              <a:rPr lang="en-US" dirty="0">
                <a:ea typeface="+mn-lt"/>
                <a:cs typeface="+mn-lt"/>
              </a:rPr>
              <a:t>A lightweight automation tool built with </a:t>
            </a:r>
            <a:r>
              <a:rPr lang="en-US" b="1" dirty="0" err="1">
                <a:ea typeface="+mn-lt"/>
                <a:cs typeface="+mn-lt"/>
              </a:rPr>
              <a:t>Streamlit</a:t>
            </a:r>
            <a:endParaRPr lang="en-US" dirty="0" err="1">
              <a:ea typeface="+mn-lt"/>
              <a:cs typeface="+mn-lt"/>
            </a:endParaRPr>
          </a:p>
          <a:p>
            <a:pPr marL="283210" indent="-283210"/>
            <a:r>
              <a:rPr lang="en-US" dirty="0">
                <a:ea typeface="+mn-lt"/>
                <a:cs typeface="+mn-lt"/>
              </a:rPr>
              <a:t>Input: Google Sheet (Title + Description)</a:t>
            </a:r>
            <a:endParaRPr lang="en-US" dirty="0"/>
          </a:p>
          <a:p>
            <a:pPr marL="283210" indent="-283210"/>
            <a:r>
              <a:rPr lang="en-US" dirty="0">
                <a:ea typeface="+mn-lt"/>
                <a:cs typeface="+mn-lt"/>
              </a:rPr>
              <a:t>Output: 3‑minute explainer video (MP4)</a:t>
            </a:r>
            <a:endParaRPr lang="en-US" dirty="0"/>
          </a:p>
          <a:p>
            <a:pPr marL="283210" indent="-283210"/>
            <a:r>
              <a:rPr lang="en-US" dirty="0">
                <a:ea typeface="+mn-lt"/>
                <a:cs typeface="+mn-lt"/>
              </a:rPr>
              <a:t>Features: narration, slides, diagrams, multiple aspect ratios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6B89375-A8F3-113F-191C-4A87FAE8E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0E47F9C-543C-9D49-50FE-7CCD9168D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9EE6097-40D6-F3D1-8855-8AB649361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C9F5BD0-7C34-C01F-71F8-E16BCFBDF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667112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FAAB2-6EB4-7F75-B1DE-E04B2E95B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49C63B-35D9-A0A6-9975-39B7A8FC6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Workflow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6FE95D6-17B2-F0B8-1511-6A79C90B31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 vert="horz" lIns="0" tIns="228600" rIns="0" bIns="0" rtlCol="0" anchor="t">
            <a:normAutofit/>
          </a:bodyPr>
          <a:lstStyle/>
          <a:p>
            <a:pPr marL="283210" indent="-283210"/>
            <a:r>
              <a:rPr lang="en-US" b="1" dirty="0">
                <a:ea typeface="+mn-lt"/>
                <a:cs typeface="+mn-lt"/>
              </a:rPr>
              <a:t>Data Input</a:t>
            </a:r>
            <a:r>
              <a:rPr lang="en-US" dirty="0">
                <a:ea typeface="+mn-lt"/>
                <a:cs typeface="+mn-lt"/>
              </a:rPr>
              <a:t> → Google Sheet rows (Title, Description)</a:t>
            </a:r>
          </a:p>
          <a:p>
            <a:pPr marL="283210" indent="-283210"/>
            <a:r>
              <a:rPr lang="en-US" b="1" dirty="0">
                <a:ea typeface="+mn-lt"/>
                <a:cs typeface="+mn-lt"/>
              </a:rPr>
              <a:t>Script Generation</a:t>
            </a:r>
            <a:r>
              <a:rPr lang="en-US" dirty="0">
                <a:ea typeface="+mn-lt"/>
                <a:cs typeface="+mn-lt"/>
              </a:rPr>
              <a:t> → LLM (</a:t>
            </a:r>
            <a:r>
              <a:rPr lang="en-US" dirty="0" err="1">
                <a:ea typeface="+mn-lt"/>
                <a:cs typeface="+mn-lt"/>
              </a:rPr>
              <a:t>TinyLlama</a:t>
            </a:r>
            <a:r>
              <a:rPr lang="en-US" dirty="0">
                <a:ea typeface="+mn-lt"/>
                <a:cs typeface="+mn-lt"/>
              </a:rPr>
              <a:t> / Gemma‑2B) creates structured script</a:t>
            </a:r>
            <a:endParaRPr lang="en-US" dirty="0"/>
          </a:p>
          <a:p>
            <a:pPr marL="283210" indent="-283210"/>
            <a:r>
              <a:rPr lang="en-US" b="1" dirty="0">
                <a:ea typeface="+mn-lt"/>
                <a:cs typeface="+mn-lt"/>
              </a:rPr>
              <a:t>Visual Design</a:t>
            </a:r>
            <a:r>
              <a:rPr lang="en-US" dirty="0">
                <a:ea typeface="+mn-lt"/>
                <a:cs typeface="+mn-lt"/>
              </a:rPr>
              <a:t> → Auto‑generated slides (colors, typography, diagrams)</a:t>
            </a:r>
          </a:p>
          <a:p>
            <a:pPr marL="283210" indent="-283210"/>
            <a:r>
              <a:rPr lang="en-US" b="1" dirty="0">
                <a:ea typeface="+mn-lt"/>
                <a:cs typeface="+mn-lt"/>
              </a:rPr>
              <a:t>Voice Narration</a:t>
            </a:r>
            <a:r>
              <a:rPr lang="en-US" dirty="0">
                <a:ea typeface="+mn-lt"/>
                <a:cs typeface="+mn-lt"/>
              </a:rPr>
              <a:t> → Hugging Face TTS synthesizes audio</a:t>
            </a:r>
            <a:endParaRPr lang="en-US" dirty="0"/>
          </a:p>
          <a:p>
            <a:pPr marL="283210" indent="-283210"/>
            <a:r>
              <a:rPr lang="en-US" b="1" dirty="0">
                <a:ea typeface="+mn-lt"/>
                <a:cs typeface="+mn-lt"/>
              </a:rPr>
              <a:t>Video Assembly</a:t>
            </a:r>
            <a:r>
              <a:rPr lang="en-US" dirty="0">
                <a:ea typeface="+mn-lt"/>
                <a:cs typeface="+mn-lt"/>
              </a:rPr>
              <a:t> → </a:t>
            </a:r>
            <a:r>
              <a:rPr lang="en-US" dirty="0" err="1">
                <a:ea typeface="+mn-lt"/>
                <a:cs typeface="+mn-lt"/>
              </a:rPr>
              <a:t>MoviePy</a:t>
            </a:r>
            <a:r>
              <a:rPr lang="en-US" dirty="0">
                <a:ea typeface="+mn-lt"/>
                <a:cs typeface="+mn-lt"/>
              </a:rPr>
              <a:t> merges slides + narration</a:t>
            </a:r>
          </a:p>
          <a:p>
            <a:pPr marL="283210" indent="-283210"/>
            <a:r>
              <a:rPr lang="en-US" b="1" dirty="0">
                <a:ea typeface="+mn-lt"/>
                <a:cs typeface="+mn-lt"/>
              </a:rPr>
              <a:t>Output</a:t>
            </a:r>
            <a:r>
              <a:rPr lang="en-US" dirty="0">
                <a:ea typeface="+mn-lt"/>
                <a:cs typeface="+mn-lt"/>
              </a:rPr>
              <a:t> → Downloadable MP4 (YouTube, TikTok, Instagram formats)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E2D51EF-B026-264E-6778-BD39ED9A9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DF3AA49-C708-A889-79B8-E360C4784A4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AB81489-3C8B-C280-F984-41F8FCC53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3A35BEE-FF8A-AF6C-2254-430D1C84B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7946411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b="0" dirty="0" err="1">
                <a:ea typeface="+mj-lt"/>
                <a:cs typeface="+mj-lt"/>
              </a:rPr>
              <a:t>Streamlit</a:t>
            </a:r>
            <a:r>
              <a:rPr lang="en-US" b="0" dirty="0">
                <a:ea typeface="+mj-lt"/>
                <a:cs typeface="+mj-lt"/>
              </a:rPr>
              <a:t> App (Code Demo)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 vert="horz" lIns="0" tIns="45720" rIns="0" bIns="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Features in app.py: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Input Google Sheet URL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Extract Sheet ID automatically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Preview sheet data in app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 vert="horz" lIns="0" tIns="45720" rIns="0" bIns="0" rtlCol="0" anchor="t">
            <a:norm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/>
              <a:t>Step‑by‑step progress bars:</a:t>
            </a:r>
            <a:endParaRPr lang="en-US">
              <a:solidFill>
                <a:srgbClr val="FFFFFF"/>
              </a:solidFill>
            </a:endParaRPr>
          </a:p>
          <a:p>
            <a:pPr marL="283210" lvl="1" indent="-283210">
              <a:buFont typeface="Arial,Sans-Serif"/>
            </a:pPr>
            <a:r>
              <a:rPr lang="en-US"/>
              <a:t>Script generation</a:t>
            </a:r>
            <a:endParaRPr lang="en-US">
              <a:solidFill>
                <a:srgbClr val="FFFFFF"/>
              </a:solidFill>
            </a:endParaRPr>
          </a:p>
          <a:p>
            <a:pPr marL="283210" lvl="1" indent="-283210">
              <a:buFont typeface="Arial,Sans-Serif"/>
            </a:pPr>
            <a:r>
              <a:rPr lang="en-US" dirty="0"/>
              <a:t>Audio narration</a:t>
            </a:r>
            <a:endParaRPr lang="en-US" dirty="0">
              <a:solidFill>
                <a:srgbClr val="FFFFFF"/>
              </a:solidFill>
            </a:endParaRPr>
          </a:p>
          <a:p>
            <a:pPr marL="283210" lvl="1" indent="-283210">
              <a:buFont typeface="Arial,Sans-Serif"/>
            </a:pPr>
            <a:r>
              <a:rPr lang="en-US" dirty="0"/>
              <a:t>Video assembly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F626A-E564-DD31-7521-44C11EFE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C1A7C-DB73-C93D-D0FA-C8702E1A4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Technical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2BBCF-CB55-0A4A-6590-E7F02F92E6C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 vert="horz" lIns="0" tIns="45720" rIns="0" bIns="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Frontend: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Streamlit</a:t>
            </a:r>
            <a:endParaRPr lang="en-US" dirty="0" err="1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Backend:</a:t>
            </a:r>
            <a:r>
              <a:rPr lang="en-US" dirty="0">
                <a:ea typeface="+mn-lt"/>
                <a:cs typeface="+mn-lt"/>
              </a:rPr>
              <a:t> Python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AI Models: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TinyLlama</a:t>
            </a:r>
            <a:r>
              <a:rPr lang="en-US" dirty="0">
                <a:ea typeface="+mn-lt"/>
                <a:cs typeface="+mn-lt"/>
              </a:rPr>
              <a:t> / Gemma‑2B (script), Hugging Face TTS (voice)</a:t>
            </a:r>
            <a:endParaRPr lang="en-US" dirty="0"/>
          </a:p>
          <a:p>
            <a:endParaRPr lang="en-US" dirty="0"/>
          </a:p>
          <a:p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5E7A90-53C3-F09B-8E6A-7F561A9D010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 vert="horz" lIns="0" tIns="45720" rIns="0" bIns="0" rtlCol="0" anchor="t">
            <a:norm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b="1" dirty="0"/>
              <a:t>Video Engine:</a:t>
            </a:r>
            <a:r>
              <a:rPr lang="en-US" dirty="0"/>
              <a:t> </a:t>
            </a:r>
            <a:r>
              <a:rPr lang="en-US" dirty="0" err="1"/>
              <a:t>MoviePy</a:t>
            </a:r>
            <a:endParaRPr lang="en-US" dirty="0" err="1">
              <a:solidFill>
                <a:srgbClr val="FFFFFF"/>
              </a:solidFill>
            </a:endParaRPr>
          </a:p>
          <a:p>
            <a:pPr marL="285750" indent="-285750">
              <a:buFont typeface="Arial,Sans-Serif"/>
            </a:pPr>
            <a:r>
              <a:rPr lang="en-US" b="1" dirty="0"/>
              <a:t>Data Source:</a:t>
            </a:r>
            <a:r>
              <a:rPr lang="en-US" dirty="0"/>
              <a:t> Google Sheets API</a:t>
            </a:r>
          </a:p>
        </p:txBody>
      </p:sp>
    </p:spTree>
    <p:extLst>
      <p:ext uri="{BB962C8B-B14F-4D97-AF65-F5344CB8AC3E}">
        <p14:creationId xmlns:p14="http://schemas.microsoft.com/office/powerpoint/2010/main" val="385139666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Output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5" y="3279775"/>
            <a:ext cx="5045075" cy="2994025"/>
          </a:xfrm>
        </p:spPr>
        <p:txBody>
          <a:bodyPr vert="horz" lIns="0" tIns="228600" rIns="0" bIns="0" rtlCol="0" anchor="t">
            <a:normAutofit fontScale="40000" lnSpcReduction="20000"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Explainer video with: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Narration voiceover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Color‑themed slides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Captions + diagrams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Export formats: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YouTube (16:9)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TikTok (9:16)</a:t>
            </a:r>
            <a:endParaRPr lang="en-US" dirty="0"/>
          </a:p>
          <a:p>
            <a:pPr marL="9715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Instagram (1:1)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Visual: Mockup of video frames in different aspect ratios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Placeholder 52" descr="Hanging lightbulbs">
            <a:extLst>
              <a:ext uri="{FF2B5EF4-FFF2-40B4-BE49-F238E27FC236}">
                <a16:creationId xmlns:a16="http://schemas.microsoft.com/office/drawing/2014/main" id="{F2B2501C-600C-11B3-1ECD-912D988906A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6096000" y="0"/>
            <a:ext cx="6118225" cy="6858000"/>
          </a:xfrm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Benefits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5746750" cy="3597470"/>
          </a:xfrm>
        </p:spPr>
        <p:txBody>
          <a:bodyPr vert="horz" lIns="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End‑to‑end automation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Saves time and effort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Scalable for multiple topics</a:t>
            </a:r>
          </a:p>
          <a:p>
            <a:pPr marL="285750" indent="-285750">
              <a:buFont typeface="Arial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</a:pP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198AA-251D-4446-30C4-8F2FA7F6A72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77001" y="2676525"/>
            <a:ext cx="5090159" cy="3597470"/>
          </a:xfr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/>
              <a:t>Easy to use (just a Google Sheet)</a:t>
            </a:r>
            <a:endParaRPr lang="en-US">
              <a:solidFill>
                <a:srgbClr val="FFFFFF"/>
              </a:solidFill>
            </a:endParaRPr>
          </a:p>
          <a:p>
            <a:r>
              <a:rPr lang="en-US" dirty="0"/>
              <a:t>Ready for social media publishing</a:t>
            </a: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D7128-074A-AE3B-9813-8D09A7884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00791-291F-3248-E375-506EA234E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Future Enhancements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8A92A-95F2-1B12-F747-7BEE87D4BD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5746750" cy="3597470"/>
          </a:xfrm>
        </p:spPr>
        <p:txBody>
          <a:bodyPr vert="horz" lIns="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Karaoke‑style text highlighting with narration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More voice options (multi‑language, accents)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Advanced slide templates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Cloud deployment ( Azure)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3CEA55-9CE8-59A8-4C4C-D4908172F40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15068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/>
              <a:t>asad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0FE134-9032-4C7F-BC57-C7DE3F83336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423</Words>
  <Application>Microsoft Office PowerPoint</Application>
  <PresentationFormat>Widescreen</PresentationFormat>
  <Paragraphs>123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Custom</vt:lpstr>
      <vt:lpstr>Script2Screen</vt:lpstr>
      <vt:lpstr>Group Members</vt:lpstr>
      <vt:lpstr>Problem Statement</vt:lpstr>
      <vt:lpstr>Solution Overview</vt:lpstr>
      <vt:lpstr>Workflow</vt:lpstr>
      <vt:lpstr>Streamlit App (Code Demo)</vt:lpstr>
      <vt:lpstr>Technical Stack</vt:lpstr>
      <vt:lpstr>Output Examples</vt:lpstr>
      <vt:lpstr>Benefits</vt:lpstr>
      <vt:lpstr>Future Enhancements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109</cp:revision>
  <dcterms:created xsi:type="dcterms:W3CDTF">2025-11-23T18:06:48Z</dcterms:created>
  <dcterms:modified xsi:type="dcterms:W3CDTF">2025-11-23T18:34:32Z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